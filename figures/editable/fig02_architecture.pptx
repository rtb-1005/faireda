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08cd902f3745e2" /><Relationship Type="http://schemas.openxmlformats.org/officeDocument/2006/relationships/extended-properties" Target="/docProps/app.xml" Id="Rb95ca4fe8116471d" /><Relationship Type="http://schemas.openxmlformats.org/officeDocument/2006/relationships/officeDocument" Target="/ppt/presentation.xml" Id="R38090beb271a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9c8cc32c8c4ba8"/>
  </p:sldMasterIdLst>
  <p:notesMasterIdLst>
    <p:notesMasterId xmlns:r="http://schemas.openxmlformats.org/officeDocument/2006/relationships" r:id="Rf1d8f81c730448ae"/>
  </p:notesMasterIdLst>
  <p:sldIdLst>
    <p:sldId xmlns:r="http://schemas.openxmlformats.org/officeDocument/2006/relationships" id="256" r:id="Rcda86c6adff34dff"/>
  </p:sldIdLst>
  <p:sldSz cx="6400800" cy="2743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84e2780b045c6" /><Relationship Type="http://schemas.openxmlformats.org/officeDocument/2006/relationships/slideMaster" Target="/ppt/slideMasters/slideMaster1.xml" Id="R2a9c8cc32c8c4ba8" /><Relationship Type="http://schemas.openxmlformats.org/officeDocument/2006/relationships/notesMaster" Target="/ppt/notesMasters/notesMaster1.xml" Id="Rf1d8f81c730448ae" /><Relationship Type="http://schemas.openxmlformats.org/officeDocument/2006/relationships/presProps" Target="/ppt/presProps.xml" Id="R17d054cc2f994c27" /><Relationship Type="http://schemas.openxmlformats.org/officeDocument/2006/relationships/tableStyles" Target="/ppt/tableStyles.xml" Id="Rfca82c08483b4a55" /><Relationship Type="http://schemas.openxmlformats.org/officeDocument/2006/relationships/slide" Target="/ppt/slides/slide1.xml" Id="Rcda86c6adff3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41d6992ac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51b057e4b4f4a" /><Relationship Type="http://schemas.openxmlformats.org/officeDocument/2006/relationships/notesMaster" Target="/ppt/notesMasters/notesMaster1.xml" Id="R2fac42a2e346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Residual-gated operator schematic in normalized coordinates. A 48-channel stem and nine dilated residual blocks feed probability and bounded residual heads. Their product modifies the normalized-input skip before nonnegative clamping and rescaling to physical conductance. The robust scale is the raw record/window 95th–5th percentile range with a 0.05 µS floor. The stated receptive field spans 4089 samples, approximately 32 s at 128 Hz; that duration does not transfer unchanged to 58.8 Hz VR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Native editable shapes; Arial, 6.5–7 pt labels and 8 pt panel letters. White background, minimal fills, no icons or decorative ruler. Original scientific labels and separate CRG-A / CRG-B identities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fa242d50c4c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2e542ecac4f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d7382673e43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3d87accbe45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8e70b4f424e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17e74cd644c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0AF330-D616-460B-BDD7-1D56EF498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1036320"/>
            <a:ext cx="512064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5EE02B-C74C-4A01-86A4-84C813DE1E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0120" y="1508760"/>
            <a:ext cx="44805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81431B-FC99-4CFE-BB9A-B3BB1F68A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114300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7C967C-B84B-4743-A3B7-E3C257720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13360"/>
            <a:ext cx="568071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44B56B-7EE2-4BB3-8FCD-BC4EEF06ED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62000"/>
            <a:ext cx="5680710" cy="17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14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1pPr>
            <a:lvl2pPr marL="2133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2pPr>
            <a:lvl3pPr marL="3352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3pPr>
            <a:lvl4pPr marL="4572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4pPr>
            <a:lvl5pPr marL="57912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5pPr>
            <a:lvl6pPr marL="7010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6pPr>
            <a:lvl7pPr marL="8229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7pPr>
            <a:lvl8pPr marL="9448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8pPr>
            <a:lvl9pPr marL="10668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1B2D32-EB69-4175-A30B-5F2354787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13360"/>
            <a:ext cx="568071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6CB8C2-D24E-4CB6-8E18-0C156A608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62000"/>
            <a:ext cx="2640330" cy="17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14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1pPr>
            <a:lvl2pPr marL="2133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2pPr>
            <a:lvl3pPr marL="3352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3pPr>
            <a:lvl4pPr marL="4572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4pPr>
            <a:lvl5pPr marL="57912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5pPr>
            <a:lvl6pPr marL="7010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6pPr>
            <a:lvl7pPr marL="8229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7pPr>
            <a:lvl8pPr marL="9448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8pPr>
            <a:lvl9pPr marL="10668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7110C2-C158-4C73-BEA6-1C4D4EFA1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00425" y="762000"/>
            <a:ext cx="2640330" cy="17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14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1pPr>
            <a:lvl2pPr marL="2133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2pPr>
            <a:lvl3pPr marL="3352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3pPr>
            <a:lvl4pPr marL="4572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4pPr>
            <a:lvl5pPr marL="57912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5pPr>
            <a:lvl6pPr marL="7010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6pPr>
            <a:lvl7pPr marL="8229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7pPr>
            <a:lvl8pPr marL="9448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8pPr>
            <a:lvl9pPr marL="10668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348AF5-D6BB-4CAE-A448-AEA3105841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13360"/>
            <a:ext cx="568071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249F26-E486-4B95-B5C0-0521D1943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62000"/>
            <a:ext cx="2640330" cy="17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14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1pPr>
            <a:lvl2pPr marL="2133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2pPr>
            <a:lvl3pPr marL="3352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3pPr>
            <a:lvl4pPr marL="4572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4pPr>
            <a:lvl5pPr marL="57912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5pPr>
            <a:lvl6pPr marL="70104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6pPr>
            <a:lvl7pPr marL="82296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7pPr>
            <a:lvl8pPr marL="94488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8pPr>
            <a:lvl9pPr marL="1066800" indent="-91440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4b91c273c4c16" /><Relationship Type="http://schemas.openxmlformats.org/officeDocument/2006/relationships/slideLayout" Target="/ppt/slideLayouts/slideLayout1.xml" Id="R51dddab729bc4331" /><Relationship Type="http://schemas.openxmlformats.org/officeDocument/2006/relationships/slideLayout" Target="/ppt/slideLayouts/slideLayout2.xml" Id="R84436b3e531742c4" /><Relationship Type="http://schemas.openxmlformats.org/officeDocument/2006/relationships/slideLayout" Target="/ppt/slideLayouts/slideLayout3.xml" Id="R7345557c5e624415" /><Relationship Type="http://schemas.openxmlformats.org/officeDocument/2006/relationships/slideLayout" Target="/ppt/slideLayouts/slideLayout4.xml" Id="R5e34023ae6594547" /><Relationship Type="http://schemas.openxmlformats.org/officeDocument/2006/relationships/slideLayout" Target="/ppt/slideLayouts/slideLayout5.xml" Id="R1372f752748842eb" /><Relationship Type="http://schemas.openxmlformats.org/officeDocument/2006/relationships/slideLayout" Target="/ppt/slideLayouts/slideLayout6.xml" Id="R1c6cf1605832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ddab729bc4331"/>
    <p:sldLayoutId xmlns:r="http://schemas.openxmlformats.org/officeDocument/2006/relationships" id="2147483650" r:id="R84436b3e531742c4"/>
    <p:sldLayoutId xmlns:r="http://schemas.openxmlformats.org/officeDocument/2006/relationships" id="2147483651" r:id="R7345557c5e624415"/>
    <p:sldLayoutId xmlns:r="http://schemas.openxmlformats.org/officeDocument/2006/relationships" id="2147483652" r:id="R5e34023ae6594547"/>
    <p:sldLayoutId xmlns:r="http://schemas.openxmlformats.org/officeDocument/2006/relationships" id="2147483653" r:id="R1372f752748842eb"/>
    <p:sldLayoutId xmlns:r="http://schemas.openxmlformats.org/officeDocument/2006/relationships" id="2147483654" r:id="R1c6cf1605832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bc23041d74171" /><Relationship Type="http://schemas.openxmlformats.org/officeDocument/2006/relationships/notesSlide" Target="/ppt/notesSlides/notesSlide1.xml" Id="R357c1ec8252f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181306-BEBA-4D72-89A0-15669E61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6048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8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8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Frozen residual-gated operator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C1CCE-6791-4B35-940F-0C794D24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0075"/>
            <a:ext cx="7429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D3B78-013F-4746-906C-05B0411E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85800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Raw 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E6A2-7615-47C7-8AFD-A8FD449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809625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E6601-A8CD-490A-A2BB-082D644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2925"/>
            <a:ext cx="91440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B4BE-F9ED-44D1-BA05-1F0E237B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5A170-8733-4C5B-BD44-8D53997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0962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x /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3CEF1-B414-4002-92F2-5751E94E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00075"/>
            <a:ext cx="7810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1F4CC-91AC-4940-A346-801FAD8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85800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B912F-8DFB-4828-8C31-FA5C0C9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096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48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02F9F-0A6D-43D7-8556-3AB11CF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"/>
            <a:ext cx="101917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C90B4-2DDE-4B92-AEB7-48091F60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1975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Residual trunk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C79CC-4FF5-4D31-B9C3-80D1CFC6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85800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9 blocks · 48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8C4E3-5185-49C3-8885-90842DFA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809625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Dilations 1, 2, 4, 8, 16,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56613-A756-48EF-ADD1-D40E95FD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33450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32, 64, 128, 256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50EFF-1AB7-4682-BD47-882B1A5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9625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79856-33C2-42D3-A7B5-859FDA81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30" y="8096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610E9-9A17-4123-B477-56BCA9AE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30" y="7867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44020-E628-4355-A940-B75B748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09625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4EA0B-51C3-4F02-92DC-26DA7D5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30" y="8096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6A534-F569-403A-8AD9-B0A0946F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30" y="7867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F4D2D-9A91-4827-ACF6-609A1D7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809625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39A32-C46F-4E90-8DF4-A7F5436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05" y="8096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40D31-58E1-4F8A-A737-957C5C1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05" y="7867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1C4A9-2D1A-4999-9A76-7305C580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1475"/>
            <a:ext cx="9525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6C346-23EB-44EF-A49E-A922834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767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Probability head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B2AFF-8F90-41AA-BB2B-45A9896A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1500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 = σ(logit)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0A0D6-AD84-438C-A77E-316DE0A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85825"/>
            <a:ext cx="9525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6191">
            <a:solidFill>
              <a:srgbClr val="D55E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3A978-793E-4231-B4A5-304C6764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96202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Residual head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DACB0-41B2-4E67-BCD4-68E4128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085850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 = 4 tanh(d)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64228-9C25-4CB9-9F3F-0478E43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1500"/>
            <a:ext cx="190500" cy="238125"/>
          </a:xfrm>
          <a:custGeom xmlns:a="http://schemas.openxmlformats.org/drawingml/2006/main">
            <a:pathLst>
              <a:path w="190500" h="238125">
                <a:moveTo>
                  <a:pt x="0" y="238125"/>
                </a:moveTo>
                <a:lnTo>
                  <a:pt x="85725" y="238125"/>
                </a:lnTo>
                <a:lnTo>
                  <a:pt x="85725" y="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20DC5-AC59-4F15-941E-5D96148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15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CC863-567A-4849-A939-BFBAB6D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80" y="57150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8DF03-A861-4FB0-9CAB-0C4FA3E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80" y="54866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0511F-2DFD-4D20-802D-D5CE45CA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09625"/>
            <a:ext cx="104775" cy="276225"/>
          </a:xfrm>
          <a:custGeom xmlns:a="http://schemas.openxmlformats.org/drawingml/2006/main">
            <a:pathLst>
              <a:path w="104775" h="276225">
                <a:moveTo>
                  <a:pt x="0" y="0"/>
                </a:moveTo>
                <a:lnTo>
                  <a:pt x="0" y="276225"/>
                </a:lnTo>
                <a:lnTo>
                  <a:pt x="104775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AEE319-6E4E-4BC9-BFD3-1EACB089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08585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1A61F3-0A8B-48DC-BEF1-C20EFA0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80" y="108585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72E522-F83A-45DE-B1E5-6464BE23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80" y="106301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C2F2C7-C546-4295-B38F-51340FED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00075"/>
            <a:ext cx="76200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D0104-81B6-43A5-8096-AD43F82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85800"/>
            <a:ext cx="628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7F8E16-80EB-4F16-9AAD-CE7D67E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09625"/>
            <a:ext cx="628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 × 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6C2C87-4929-4933-ADCC-4310B79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1500"/>
            <a:ext cx="200025" cy="161925"/>
          </a:xfrm>
          <a:custGeom xmlns:a="http://schemas.openxmlformats.org/drawingml/2006/main">
            <a:pathLst>
              <a:path w="200025" h="161925">
                <a:moveTo>
                  <a:pt x="0" y="0"/>
                </a:moveTo>
                <a:lnTo>
                  <a:pt x="95250" y="0"/>
                </a:lnTo>
                <a:lnTo>
                  <a:pt x="95250" y="161925"/>
                </a:lnTo>
                <a:lnTo>
                  <a:pt x="2000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2D6404-F514-4668-A2BB-05BAE8F9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33425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D61326-0182-4A87-973A-AB479F6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405" y="7334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3B079A-C4D6-4678-9B22-F578D80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405" y="7105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D71BF7-716C-4A0F-ABE9-D7562C5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763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209550"/>
                </a:moveTo>
                <a:lnTo>
                  <a:pt x="95250" y="209550"/>
                </a:lnTo>
                <a:lnTo>
                  <a:pt x="95250" y="0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40675E-15B3-494F-AF61-EA19BDAA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8763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5A314-29F7-42A4-8B78-7A70ABC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405" y="87630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D2484C-140C-48FC-98F6-A9EB76A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405" y="85346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4AA042-EA2E-4284-94BE-D6F3259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52575"/>
            <a:ext cx="160020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59FB0E-9BAA-4A89-8A16-F5CD193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600200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Robust 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0EEEEA-CD47-4159-862E-850F6B5F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724025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max(P95(raw) − P5(raw),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DC3196-9672-4C34-970C-B7D9D162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847850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0.05 µS)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DE8319-F730-41F8-A931-10893B93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19175"/>
            <a:ext cx="95" cy="533400"/>
          </a:xfrm>
          <a:custGeom xmlns:a="http://schemas.openxmlformats.org/drawingml/2006/main">
            <a:pathLst>
              <a:path w="95" h="533400">
                <a:moveTo>
                  <a:pt x="0" y="0"/>
                </a:moveTo>
                <a:lnTo>
                  <a:pt x="0" y="371475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0E898B-2881-45CC-8D80-6FD56CB4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95" cy="161925"/>
          </a:xfrm>
          <a:custGeom xmlns:a="http://schemas.openxmlformats.org/drawingml/2006/main"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2F09DD-3DF9-4CBC-898E-6735FDC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42" y="1510780"/>
            <a:ext cx="22833" cy="41795"/>
          </a:xfrm>
          <a:custGeom xmlns:a="http://schemas.openxmlformats.org/drawingml/2006/main">
            <a:pathLst>
              <a:path w="22833" h="41795">
                <a:moveTo>
                  <a:pt x="22833" y="417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784198-4E74-450E-A04F-6021901D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10780"/>
            <a:ext cx="22833" cy="41795"/>
          </a:xfrm>
          <a:custGeom xmlns:a="http://schemas.openxmlformats.org/drawingml/2006/main">
            <a:pathLst>
              <a:path w="22833" h="41795">
                <a:moveTo>
                  <a:pt x="0" y="41795"/>
                </a:moveTo>
                <a:lnTo>
                  <a:pt x="22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9FF05C-E73C-4920-99F7-F4005EE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52575"/>
            <a:ext cx="165735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916F30-AB01-43D3-B41D-9D6B6CB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662113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Normalized residual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F8A8E1-2EA4-4AC8-ABE7-748078BA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785938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max(x + p·r, 0)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CD3999-08FD-4AEE-91C3-5ACC5989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076325"/>
            <a:ext cx="1019175" cy="714375"/>
          </a:xfrm>
          <a:custGeom xmlns:a="http://schemas.openxmlformats.org/drawingml/2006/main">
            <a:pathLst>
              <a:path w="1019175" h="714375">
                <a:moveTo>
                  <a:pt x="0" y="0"/>
                </a:moveTo>
                <a:lnTo>
                  <a:pt x="0" y="304800"/>
                </a:lnTo>
                <a:lnTo>
                  <a:pt x="885825" y="304800"/>
                </a:lnTo>
                <a:lnTo>
                  <a:pt x="885825" y="714375"/>
                </a:lnTo>
                <a:lnTo>
                  <a:pt x="1019175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D2F80D-CF24-472C-BBA4-D600353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836460-D6DB-443E-BC9D-BF33FEA7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805" y="179070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BF9192-9B93-4D07-A35D-141AE93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805" y="176786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8475FC-837F-41EC-B321-28DF6CD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57300"/>
            <a:ext cx="9048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1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61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normalized skip 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20A104-3657-4170-892A-AAB6C1C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019175"/>
            <a:ext cx="2447925" cy="533400"/>
          </a:xfrm>
          <a:custGeom xmlns:a="http://schemas.openxmlformats.org/drawingml/2006/main">
            <a:pathLst>
              <a:path w="2447925" h="533400">
                <a:moveTo>
                  <a:pt x="2447925" y="0"/>
                </a:moveTo>
                <a:lnTo>
                  <a:pt x="2447925" y="361950"/>
                </a:lnTo>
                <a:lnTo>
                  <a:pt x="0" y="361950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C2B719-C4BB-4AD1-B26D-2AFBA09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81125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F04241-21C3-46AB-AAF5-AD382B02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442" y="1510780"/>
            <a:ext cx="22833" cy="41795"/>
          </a:xfrm>
          <a:custGeom xmlns:a="http://schemas.openxmlformats.org/drawingml/2006/main">
            <a:pathLst>
              <a:path w="22833" h="41795">
                <a:moveTo>
                  <a:pt x="22833" y="417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065BD4-5031-4C82-B315-8878026E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10780"/>
            <a:ext cx="22833" cy="41795"/>
          </a:xfrm>
          <a:custGeom xmlns:a="http://schemas.openxmlformats.org/drawingml/2006/main">
            <a:pathLst>
              <a:path w="22833" h="41795">
                <a:moveTo>
                  <a:pt x="0" y="41795"/>
                </a:moveTo>
                <a:lnTo>
                  <a:pt x="22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9A7637-C200-43AB-9618-9CA3A95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52575"/>
            <a:ext cx="150495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4225A5-16CB-4AE5-ACFB-C9DA8A9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62113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08B307-3190-4895-AFF9-FCB7D03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785938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residual × scale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A4B1F4-720B-4299-9715-832626A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3667125" cy="476250"/>
          </a:xfrm>
          <a:custGeom xmlns:a="http://schemas.openxmlformats.org/drawingml/2006/main">
            <a:pathLst>
              <a:path w="3667125" h="476250">
                <a:moveTo>
                  <a:pt x="0" y="0"/>
                </a:moveTo>
                <a:lnTo>
                  <a:pt x="323850" y="0"/>
                </a:lnTo>
                <a:lnTo>
                  <a:pt x="323850" y="476250"/>
                </a:lnTo>
                <a:lnTo>
                  <a:pt x="3667125" y="476250"/>
                </a:lnTo>
                <a:lnTo>
                  <a:pt x="366712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C969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436539-B57B-4F9B-9BF7-3BDE1B3A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1930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C969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FCBF1C-EEF1-4BAB-B79C-554D32F0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19300"/>
            <a:ext cx="22833" cy="41795"/>
          </a:xfrm>
          <a:custGeom xmlns:a="http://schemas.openxmlformats.org/drawingml/2006/main">
            <a:pathLst>
              <a:path w="22833" h="41795">
                <a:moveTo>
                  <a:pt x="0" y="0"/>
                </a:moveTo>
                <a:lnTo>
                  <a:pt x="22833" y="4179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C969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A2CC85-A7DF-4EB4-AA2B-A0B56D0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92" y="2019300"/>
            <a:ext cx="22833" cy="41795"/>
          </a:xfrm>
          <a:custGeom xmlns:a="http://schemas.openxmlformats.org/drawingml/2006/main">
            <a:pathLst>
              <a:path w="22833" h="41795">
                <a:moveTo>
                  <a:pt x="22833" y="0"/>
                </a:moveTo>
                <a:lnTo>
                  <a:pt x="0" y="4179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C969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E40B98-56CC-427C-A2D1-DB6832B0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86000"/>
            <a:ext cx="714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10" b="0">
                <a:solidFill>
                  <a:srgbClr val="8C96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0" b="0">
                <a:solidFill>
                  <a:srgbClr val="8C969C"/>
                </a:solidFill>
                <a:latin typeface="Arial"/>
                <a:ea typeface="Arial"/>
                <a:cs typeface="Arial"/>
              </a:defRPr>
            </a:pPr>
            <a:r>
              <a:rPr sz="610" b="0">
                <a:solidFill>
                  <a:srgbClr val="8C969C"/>
                </a:solidFill>
                <a:latin typeface="Arial"/>
                <a:ea typeface="Arial"/>
                <a:cs typeface="Arial"/>
              </a:rPr>
              <a:t>scale path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939188D-0E1A-4A35-B082-A8FA5DC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495300" cy="95"/>
          </a:xfrm>
          <a:custGeom xmlns:a="http://schemas.openxmlformats.org/drawingml/2006/main"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E43C23-B9E3-4A8B-BE31-437FA25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55" y="179070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CD76D9-D9DA-43DB-B4CD-E191335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55" y="176786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0303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7159FD-2DF6-48DD-BAFB-209D688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486025"/>
            <a:ext cx="607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Receptive field: 4089 samples ≈ 32 s at 128 Hz; VR input uses 58.8 Hz.</a:t>
            </a:r>
          </a:p>
        </p:txBody>
      </p:sp>
    </p:spTree>
    <p:extLst>
      <p:ext uri="{BB962C8B-B14F-4D97-AF65-F5344CB8AC3E}">
        <p14:creationId xmlns:p14="http://schemas.microsoft.com/office/powerpoint/2010/main" val="99597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2026-10-01T22:47:22.1390000Z</dcterms:created>
  <dcterms:modified xsi:type="dcterms:W3CDTF">2026-10-01T22:47:22.1390000Z</dcterms:modified>
</coreProperties>
</file>